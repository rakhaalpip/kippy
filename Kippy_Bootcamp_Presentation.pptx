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33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5E377-2B30-40C6-9972-D80590293419}" type="datetimeFigureOut">
              <a:rPr lang="en-ID" smtClean="0"/>
              <a:t>22/02/2026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8146A-2B04-474F-868F-4C0D6BCEE98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8137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8146A-2B04-474F-868F-4C0D6BCEE988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182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C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dirty="0"/>
              <a:t>KIPPY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FFFFFF"/>
                </a:solidFill>
              </a:defRPr>
            </a:pPr>
            <a:r>
              <a:t>Photo &amp; Meme Sharing App  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749039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Final Project – Flutter Mobile Development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rPr lang="en-US" b="1" dirty="0"/>
              <a:t>Rakha </a:t>
            </a:r>
            <a:r>
              <a:rPr lang="en-US" b="1" dirty="0" err="1"/>
              <a:t>Alghifary</a:t>
            </a:r>
            <a:r>
              <a:rPr lang="en-US" b="1" dirty="0"/>
              <a:t> </a:t>
            </a:r>
            <a:r>
              <a:rPr lang="en-US" dirty="0"/>
              <a:t>•  2026</a:t>
            </a:r>
          </a:p>
        </p:txBody>
      </p:sp>
      <p:pic>
        <p:nvPicPr>
          <p:cNvPr id="7" name="Picture 6" descr="kipp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580246"/>
            <a:ext cx="1094874" cy="1094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37360" y="17830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C74D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Self-overview, education &amp; working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144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3246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C74D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Overview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Summary of all bootcamp projects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144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4709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C74D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709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Main Project – Kippy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Background, detail, development,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Self-Overview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6010" y="2103120"/>
            <a:ext cx="26399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666666"/>
                </a:solidFill>
              </a:defRPr>
            </a:pPr>
            <a:r>
              <a:rPr dirty="0"/>
              <a:t>📷</a:t>
            </a:r>
            <a:br>
              <a:rPr dirty="0"/>
            </a:br>
            <a:r>
              <a:rPr dirty="0"/>
              <a:t>Your Photo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6400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</a:defRPr>
            </a:pPr>
            <a:r>
              <a:rPr lang="en-US" dirty="0"/>
              <a:t>Rakha </a:t>
            </a:r>
            <a:r>
              <a:rPr lang="en-US" dirty="0" err="1"/>
              <a:t>Alghifary</a:t>
            </a:r>
            <a:r>
              <a:rPr lang="en-US" dirty="0"/>
              <a:t> Iban </a:t>
            </a:r>
            <a:r>
              <a:rPr lang="en-US" dirty="0" err="1"/>
              <a:t>Pameling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389120" y="265176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7BC74D"/>
                </a:solidFill>
              </a:defRPr>
            </a:pPr>
            <a:r>
              <a:rPr dirty="0"/>
              <a:t>Flutter Mobile Developer  •  [</a:t>
            </a:r>
            <a:r>
              <a:rPr lang="en-US" dirty="0"/>
              <a:t>Depok</a:t>
            </a:r>
            <a:r>
              <a:rPr dirty="0"/>
              <a:t>, Indonesia]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91840"/>
            <a:ext cx="6858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rPr dirty="0"/>
              <a:t>Saya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seorang</a:t>
            </a:r>
            <a:r>
              <a:rPr dirty="0"/>
              <a:t> </a:t>
            </a:r>
            <a:r>
              <a:rPr lang="en-US" dirty="0" err="1"/>
              <a:t>pelajar</a:t>
            </a:r>
            <a:r>
              <a:rPr lang="en-US" dirty="0"/>
              <a:t> </a:t>
            </a:r>
            <a:r>
              <a:rPr dirty="0"/>
              <a:t>yang </a:t>
            </a:r>
            <a:r>
              <a:rPr lang="en-US" dirty="0" err="1"/>
              <a:t>tertarik</a:t>
            </a:r>
            <a:r>
              <a:rPr dirty="0"/>
              <a:t> </a:t>
            </a:r>
            <a:r>
              <a:rPr dirty="0" err="1"/>
              <a:t>terhadap</a:t>
            </a:r>
            <a:r>
              <a:rPr dirty="0"/>
              <a:t> mobile development, </a:t>
            </a:r>
            <a:r>
              <a:rPr dirty="0" err="1"/>
              <a:t>khususnya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Flutter &amp; Dart.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saya</a:t>
            </a:r>
            <a:r>
              <a:rPr dirty="0"/>
              <a:t> </a:t>
            </a:r>
            <a:r>
              <a:rPr dirty="0" err="1"/>
              <a:t>mengikuti</a:t>
            </a:r>
            <a:r>
              <a:rPr dirty="0"/>
              <a:t> Bootcamp Flutter Mobile Development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mengasah</a:t>
            </a:r>
            <a:r>
              <a:rPr dirty="0"/>
              <a:t> </a:t>
            </a:r>
            <a:r>
              <a:rPr dirty="0" err="1"/>
              <a:t>kemampuan</a:t>
            </a:r>
            <a:r>
              <a:rPr dirty="0"/>
              <a:t> </a:t>
            </a:r>
            <a:r>
              <a:rPr dirty="0" err="1"/>
              <a:t>saya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membangun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mobile yang modern, scalable, dan </a:t>
            </a:r>
            <a:r>
              <a:rPr dirty="0" err="1"/>
              <a:t>memiliki</a:t>
            </a:r>
            <a:r>
              <a:rPr dirty="0"/>
              <a:t> UI/UX yang </a:t>
            </a:r>
            <a:r>
              <a:rPr dirty="0" err="1"/>
              <a:t>menarik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</a:defRPr>
            </a:pPr>
            <a:r>
              <a:rPr dirty="0"/>
              <a:t>•  </a:t>
            </a:r>
            <a:r>
              <a:rPr dirty="0" err="1"/>
              <a:t>Tertarik</a:t>
            </a:r>
            <a:r>
              <a:rPr dirty="0"/>
              <a:t> pada: Mobile Development, UI/UX Design, Clean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</a:defRPr>
            </a:pPr>
            <a:r>
              <a:rPr dirty="0"/>
              <a:t>•  Nilai: </a:t>
            </a:r>
            <a:r>
              <a:rPr dirty="0" err="1"/>
              <a:t>Kolaboratif</a:t>
            </a:r>
            <a:r>
              <a:rPr dirty="0"/>
              <a:t>, detail-oriented, </a:t>
            </a:r>
            <a:r>
              <a:rPr dirty="0" err="1"/>
              <a:t>selalu</a:t>
            </a:r>
            <a:r>
              <a:rPr dirty="0"/>
              <a:t> </a:t>
            </a:r>
            <a:r>
              <a:rPr dirty="0" err="1"/>
              <a:t>ingin</a:t>
            </a:r>
            <a:r>
              <a:rPr dirty="0"/>
              <a:t> </a:t>
            </a:r>
            <a:r>
              <a:rPr dirty="0" err="1"/>
              <a:t>belajar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</a:defRPr>
            </a:pPr>
            <a:r>
              <a:rPr dirty="0"/>
              <a:t>•  </a:t>
            </a:r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karir</a:t>
            </a:r>
            <a:r>
              <a:rPr dirty="0"/>
              <a:t>: </a:t>
            </a:r>
            <a:r>
              <a:rPr dirty="0" err="1"/>
              <a:t>Menjadi</a:t>
            </a:r>
            <a:r>
              <a:rPr dirty="0"/>
              <a:t> </a:t>
            </a:r>
            <a:r>
              <a:rPr lang="en-US" dirty="0"/>
              <a:t>Mobile Dev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3 / 10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7F292ADF-9D63-4441-84E6-34E6D02E55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BD6FBDFE-CD69-40BA-A914-9DCBBA4D90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A2279B07-88C0-4390-B2A3-31966ECA05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5A0276-A259-46FB-8AD3-A98EFAD8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10" y="2080493"/>
            <a:ext cx="2639980" cy="35199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🎓 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424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rPr lang="en-US" dirty="0"/>
              <a:t>SMK 3 </a:t>
            </a:r>
            <a:r>
              <a:rPr lang="en-US" dirty="0" err="1"/>
              <a:t>Perguruan</a:t>
            </a:r>
            <a:r>
              <a:rPr lang="en-US" dirty="0"/>
              <a:t> </a:t>
            </a:r>
            <a:r>
              <a:rPr lang="en-US" dirty="0" err="1"/>
              <a:t>Cikini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7BC74D"/>
                </a:solidFill>
              </a:defRPr>
            </a:pPr>
            <a:r>
              <a:rPr dirty="0"/>
              <a:t>[</a:t>
            </a:r>
            <a:r>
              <a:rPr lang="en-US" dirty="0"/>
              <a:t>2024</a:t>
            </a:r>
            <a:r>
              <a:rPr dirty="0"/>
              <a:t>] – [</a:t>
            </a:r>
            <a:r>
              <a:rPr lang="en-US" dirty="0"/>
              <a:t>2027</a:t>
            </a:r>
            <a:r>
              <a:rPr dirty="0"/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rPr dirty="0" err="1"/>
              <a:t>Jurusan</a:t>
            </a:r>
            <a:r>
              <a:rPr dirty="0"/>
              <a:t>:</a:t>
            </a:r>
            <a:r>
              <a:rPr lang="en-US" dirty="0"/>
              <a:t> Teknik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Bootcamp Flutter Mobile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7BC74D"/>
                </a:solidFill>
              </a:defRPr>
            </a:pPr>
            <a: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Dibimbing.id</a:t>
            </a:r>
            <a:br/>
            <a:r>
              <a:t>Fokusan: Flutter, Dart, Clean Architecture, Firebase,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03  MAIN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Background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C74D"/>
                </a:solidFill>
              </a:defRPr>
            </a:pPr>
            <a:r>
              <a:t>🌿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Kippy adalah aplikasi mobile berbasis Flutter untuk berbagi foto &amp; meme dalam komunitas yang fun. Aplikasi ini dirancang sebagai Final Project Bootcamp Flutter Mobile Dev di Dibimbing.id.</a:t>
            </a:r>
            <a:br/>
            <a:br/>
            <a:r>
              <a:t>Target pengguna: Anak muda (Gen Z &amp; Millennials) yang ingin berbagi konten kreatif berupa foto dan meme dalam platform yang ringan, modern, dan mudah digunakan.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40"/>
                </a:solidFill>
              </a:defRPr>
            </a:pPr>
            <a:r>
              <a:t>❗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Platform sosial media yang ada saat ini terlalu kompleks dan overwhelming untuk sekadar berbagi foto dan meme dengan teman. Pengguna membutuhkan platform yang simpel, fokus, dan menyenangkan.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C74D"/>
                </a:solidFill>
              </a:defRPr>
            </a:pPr>
            <a:r>
              <a:t>✅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6634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Kippy hadir sebagai solusi dengan fitur-fitur utama:</a:t>
            </a:r>
            <a:br/>
            <a:r>
              <a:t>•  Feed dinamis dengan konten foto &amp; meme</a:t>
            </a:r>
            <a:br/>
            <a:r>
              <a:t>•  Explore &amp; search berdasarkan genre</a:t>
            </a:r>
            <a:br/>
            <a:r>
              <a:t>•  Like, comment, dan bookmark</a:t>
            </a:r>
            <a:br/>
            <a:r>
              <a:t>•  Profil dan edit profil pengguna</a:t>
            </a:r>
            <a:br/>
            <a:r>
              <a:t>•  Activity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03  MAIN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Detail Aplikasi – User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463040" cy="1097280"/>
          </a:xfrm>
          <a:prstGeom prst="roundRect">
            <a:avLst/>
          </a:prstGeom>
          <a:solidFill>
            <a:srgbClr val="7BC74D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Splash</a:t>
            </a:r>
            <a:br/>
            <a:r>
              <a:t>Screen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2651760"/>
            <a:ext cx="402336" cy="365760"/>
          </a:xfrm>
          <a:prstGeom prst="rightArrow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88336" y="2286000"/>
            <a:ext cx="14630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Login /</a:t>
            </a:r>
            <a:br/>
            <a:r>
              <a:t>Register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51376" y="2651760"/>
            <a:ext cx="402336" cy="365760"/>
          </a:xfrm>
          <a:prstGeom prst="rightArrow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53712" y="2286000"/>
            <a:ext cx="14630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Home</a:t>
            </a:r>
            <a:br/>
            <a:r>
              <a:t>Feed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6752" y="2651760"/>
            <a:ext cx="402336" cy="365760"/>
          </a:xfrm>
          <a:prstGeom prst="rightArrow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19088" y="2286000"/>
            <a:ext cx="14630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Explore /</a:t>
            </a:r>
            <a:br/>
            <a:r>
              <a:t>Search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2128" y="2651760"/>
            <a:ext cx="402336" cy="365760"/>
          </a:xfrm>
          <a:prstGeom prst="rightArrow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4464" y="2286000"/>
            <a:ext cx="14630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Create</a:t>
            </a:r>
            <a:br/>
            <a:r>
              <a:t>Post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47504" y="2651760"/>
            <a:ext cx="402336" cy="365760"/>
          </a:xfrm>
          <a:prstGeom prst="rightArrow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49840" y="2286000"/>
            <a:ext cx="1463040" cy="1097280"/>
          </a:xfrm>
          <a:prstGeom prst="roundRect">
            <a:avLst/>
          </a:prstGeom>
          <a:solidFill>
            <a:srgbClr val="7BC74D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Profile &amp;</a:t>
            </a:r>
            <a:br/>
            <a:r>
              <a:t>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📱 Splash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Animasi logo Kippy saat app pertama kali dibuka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📱 Login / 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Form autentikasi user dengan email &amp; password, social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📱 Home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Scrollable feed berisi foto &amp; meme, fitur like, comment,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📱 Explore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Grid gallery dengan filter genre dan search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📱 Create 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Upload foto dari gallery/camera dengan caption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📱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View posts, bookmarks, edit profil, dan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03  MAIN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rPr dirty="0"/>
              <a:t>Detail </a:t>
            </a:r>
            <a:r>
              <a:rPr dirty="0" err="1"/>
              <a:t>Aplikasi</a:t>
            </a:r>
            <a:r>
              <a:rPr dirty="0"/>
              <a:t> – App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666666"/>
                </a:solidFill>
              </a:defRPr>
            </a:pPr>
            <a:r>
              <a:t>Tampilan utama dari berbagai layar pada aplikasi Kippy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1" y="2377440"/>
            <a:ext cx="15544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📱</a:t>
            </a:r>
            <a:br/>
            <a:br/>
            <a:r>
              <a:t>Home Feed</a:t>
            </a:r>
            <a:br/>
            <a:r>
              <a:t>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Home Feed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377440"/>
            <a:ext cx="1543493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32004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📱</a:t>
            </a:r>
            <a:br/>
            <a:br/>
            <a:r>
              <a:t>Explore</a:t>
            </a:r>
            <a:br/>
            <a: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Explore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3972" y="2377440"/>
            <a:ext cx="1577568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32004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📱</a:t>
            </a:r>
            <a:br/>
            <a:br/>
            <a:r>
              <a:t>Create Post</a:t>
            </a:r>
            <a:br/>
            <a:r>
              <a:t>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Create 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377440"/>
            <a:ext cx="1577568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32004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📱</a:t>
            </a:r>
            <a:br/>
            <a:br/>
            <a:r>
              <a:t>Profile</a:t>
            </a:r>
            <a:br/>
            <a:r>
              <a:t>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54860" y="2377440"/>
            <a:ext cx="1577568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0" y="32004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66666"/>
                </a:solidFill>
              </a:defRPr>
            </a:pPr>
            <a:r>
              <a:t>📱</a:t>
            </a:r>
            <a:br/>
            <a:br/>
            <a:r>
              <a:t>Activity</a:t>
            </a:r>
            <a:br/>
            <a:r>
              <a:t>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8 / 10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0FEEA2B-A1BD-4DAA-A0E1-969F679A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1554480" cy="35317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F5EB48-E130-468C-B9EC-84B068E37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946" y="2377440"/>
            <a:ext cx="1532507" cy="3474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DFEF83-E3F7-4F5D-971D-65C7FC659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526" y="2377440"/>
            <a:ext cx="1533347" cy="3474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9BBAE3-CBE4-432B-B49A-7D82004BA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2933" y="2377440"/>
            <a:ext cx="1532507" cy="34839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F7CF9A-52D0-40F7-AAF3-F04385271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8932" y="2377440"/>
            <a:ext cx="1538545" cy="3474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03  MAIN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Development Process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1.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Analisis kebutuhan,</a:t>
            </a:r>
            <a:br/>
            <a:r>
              <a:t>desain arsitektur</a:t>
            </a:r>
            <a:br/>
            <a:r>
              <a:t>Clean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0312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2.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UI/UX wireframing,</a:t>
            </a:r>
            <a:br/>
            <a:r>
              <a:t>color palette,</a:t>
            </a:r>
            <a:br/>
            <a:r>
              <a:t>prototyping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03120"/>
            <a:ext cx="2011680" cy="1828800"/>
          </a:xfrm>
          <a:prstGeom prst="roundRect">
            <a:avLst/>
          </a:prstGeom>
          <a:solidFill>
            <a:srgbClr val="7BC74D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r>
              <a:t>Implementasi fitur,</a:t>
            </a:r>
            <a:br/>
            <a:r>
              <a:t>state management</a:t>
            </a:r>
            <a:br/>
            <a:r>
              <a:t>dengan BLoC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10312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4.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Unit testing,</a:t>
            </a:r>
            <a:br/>
            <a:r>
              <a:t>widget testing,</a:t>
            </a:r>
            <a:br/>
            <a:r>
              <a:t>bug fixing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103120"/>
            <a:ext cx="20116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5. Polish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Optimisasi UI,</a:t>
            </a:r>
            <a:br/>
            <a:r>
              <a:t>performance,</a:t>
            </a:r>
            <a:br/>
            <a:r>
              <a:t>final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Tech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Flutter &amp; Dart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84632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State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BLoC (flutter_bloc)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84632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Clean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484632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50612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rPr dirty="0"/>
              <a:t>Firebase (Auth, </a:t>
            </a:r>
            <a:r>
              <a:rPr dirty="0" err="1"/>
              <a:t>Firestore</a:t>
            </a:r>
            <a:r>
              <a:rPr dirty="0"/>
              <a:t>, Storage)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687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Networking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Dio + REST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566928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03320" y="5687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GetIt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66928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687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Local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Hive, SharedPreferences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5669280"/>
            <a:ext cx="25603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2600" y="5687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BC74D"/>
                </a:solidFill>
              </a:defRPr>
            </a:pPr>
            <a:r>
              <a:t>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Lottie, CachedNetworkImage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BC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03  MAIN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Issues &amp; Problem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❗ API Endpoint &amp; Authentication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Login menghasilkan error 404 karena base URL dan endpoint yang salah di data source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BC74D"/>
                </a:solidFill>
              </a:defRPr>
            </a:pPr>
            <a:r>
              <a:t>✅ Memperbaiki konfigurasi DioClient dengan base URL yang benar, menambahkan proper error handling dan logging interceptor untuk debugging API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212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❗ Dark Mode Color Inconsistency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Halaman Login &amp; Register menggunakan hardcoded Colors.white/black yang tidak adapt dengan dark mode theme.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200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BC74D"/>
                </a:solidFill>
              </a:defRPr>
            </a:pPr>
            <a:r>
              <a:t>✅ Mengganti semua hardcoded colors dengan theme-aware values (Theme.of(context)), kemudian disederhanakan menjadi broken white palette untuk konsistensi.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212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❗ State Management untuk Feed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Post baru tidak langsung muncul di feed setelah di-create, harus refresh manual.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77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BC74D"/>
                </a:solidFill>
              </a:defRPr>
            </a:pPr>
            <a:r>
              <a:t>✅ Mengimplementasikan ValueNotifier (globalFeedNotifier) untuk reactive state updates, sehingga new post langsung prepend ke feed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297680"/>
            <a:ext cx="5212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❗ Navigation &amp; Routing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00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</a:defRPr>
            </a:pPr>
            <a:r>
              <a:t>Integrasi Activity Page dan Edit Profile Page tidak terhubung dengan benar ke navigation 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577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BC74D"/>
                </a:solidFill>
              </a:defRPr>
            </a:pPr>
            <a:r>
              <a:t>✅ Memperbarui AppRouter dengan routes baru, mengganti placeholder widget di MainWrapperPage dengan ActivityPage, dan menambahkan onTap callback di Settings untuk navigasi ke EditProfilePage.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66666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C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28671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lang="en-US" dirty="0"/>
              <a:t>TERIMAKASIH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56977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FFFFFF"/>
                </a:solidFill>
              </a:defRPr>
            </a:pPr>
            <a:r>
              <a:rPr dirty="0"/>
              <a:t>🐸</a:t>
            </a:r>
          </a:p>
        </p:txBody>
      </p:sp>
      <p:pic>
        <p:nvPicPr>
          <p:cNvPr id="7" name="Picture 6" descr="kipp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8" y="5964054"/>
            <a:ext cx="759192" cy="75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3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822</Words>
  <Application>Microsoft Office PowerPoint</Application>
  <PresentationFormat>Widescreen</PresentationFormat>
  <Paragraphs>126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kipip 7</cp:lastModifiedBy>
  <cp:revision>4</cp:revision>
  <dcterms:created xsi:type="dcterms:W3CDTF">2013-01-27T09:14:16Z</dcterms:created>
  <dcterms:modified xsi:type="dcterms:W3CDTF">2026-02-22T16:37:59Z</dcterms:modified>
  <cp:category/>
</cp:coreProperties>
</file>